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76" r:id="rId3"/>
    <p:sldId id="277" r:id="rId4"/>
    <p:sldId id="278" r:id="rId5"/>
    <p:sldId id="257" r:id="rId6"/>
    <p:sldId id="274" r:id="rId7"/>
    <p:sldId id="265" r:id="rId8"/>
  </p:sldIdLst>
  <p:sldSz cx="18288000" cy="10287000"/>
  <p:notesSz cx="6858000" cy="9144000"/>
  <p:embeddedFontLst>
    <p:embeddedFont>
      <p:font typeface="Poppins Semi-Bold" panose="020B0604020202020204" charset="0"/>
      <p:regular r:id="rId10"/>
      <p:bold r:id="rId11"/>
    </p:embeddedFon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Poppins Ultra-Bold" panose="020B0604020202020204" charset="0"/>
      <p:regular r:id="rId16"/>
      <p:bold r:id="rId17"/>
    </p:embeddedFont>
    <p:embeddedFont>
      <p:font typeface="Poppins Bold" panose="020B0604020202020204" charset="0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 autoAdjust="0"/>
    <p:restoredTop sz="94609" autoAdjust="0"/>
  </p:normalViewPr>
  <p:slideViewPr>
    <p:cSldViewPr>
      <p:cViewPr varScale="1">
        <p:scale>
          <a:sx n="46" d="100"/>
          <a:sy n="46" d="100"/>
        </p:scale>
        <p:origin x="60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0D33F3-6783-CB4F-AC34-B024B0B23070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344634-D474-B948-9B4F-DD6933948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136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svg"/><Relationship Id="rId7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10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1.svg"/><Relationship Id="rId7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13.png"/><Relationship Id="rId4" Type="http://schemas.openxmlformats.org/officeDocument/2006/relationships/image" Target="../media/image1.png"/><Relationship Id="rId9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11.svg"/><Relationship Id="rId7" Type="http://schemas.openxmlformats.org/officeDocument/2006/relationships/image" Target="../media/image1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5.png"/><Relationship Id="rId5" Type="http://schemas.openxmlformats.org/officeDocument/2006/relationships/image" Target="../media/image3.png"/><Relationship Id="rId10" Type="http://schemas.openxmlformats.org/officeDocument/2006/relationships/image" Target="../media/image35.svg"/><Relationship Id="rId4" Type="http://schemas.openxmlformats.org/officeDocument/2006/relationships/image" Target="../media/image14.jpeg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24683" y="-3228130"/>
            <a:ext cx="11040159" cy="1104015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7A3FE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159939" y="8944835"/>
            <a:ext cx="2684329" cy="268432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7DCE4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356858" y="2208550"/>
            <a:ext cx="7049750" cy="7049750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552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 rot="-5400000">
            <a:off x="15283840" y="3098543"/>
            <a:ext cx="1218471" cy="1418890"/>
          </a:xfrm>
          <a:custGeom>
            <a:avLst/>
            <a:gdLst/>
            <a:ahLst/>
            <a:cxnLst/>
            <a:rect l="l" t="t" r="r" b="b"/>
            <a:pathLst>
              <a:path w="1218471" h="1418890">
                <a:moveTo>
                  <a:pt x="0" y="0"/>
                </a:moveTo>
                <a:lnTo>
                  <a:pt x="1218471" y="0"/>
                </a:lnTo>
                <a:lnTo>
                  <a:pt x="1218471" y="1418890"/>
                </a:lnTo>
                <a:lnTo>
                  <a:pt x="0" y="1418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21" name="TextBox 21"/>
          <p:cNvSpPr txBox="1"/>
          <p:nvPr/>
        </p:nvSpPr>
        <p:spPr>
          <a:xfrm>
            <a:off x="1414022" y="5568196"/>
            <a:ext cx="7529447" cy="2000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20"/>
              </a:lnSpc>
            </a:pPr>
            <a:r>
              <a:rPr lang="en-ID" sz="2000" b="1" dirty="0" smtClean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</a:rPr>
              <a:t>Platform </a:t>
            </a:r>
            <a:r>
              <a:rPr lang="en-ID" sz="2000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</a:rPr>
              <a:t>digital </a:t>
            </a:r>
            <a:r>
              <a:rPr lang="en-ID" sz="2000" b="1" dirty="0" err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</a:rPr>
              <a:t>untuk</a:t>
            </a:r>
            <a:r>
              <a:rPr lang="en-ID" sz="2000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</a:rPr>
              <a:t> </a:t>
            </a:r>
            <a:r>
              <a:rPr lang="en-ID" sz="2000" b="1" dirty="0" err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</a:rPr>
              <a:t>mengevaluasi</a:t>
            </a:r>
            <a:r>
              <a:rPr lang="en-ID" sz="2000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</a:rPr>
              <a:t> </a:t>
            </a:r>
            <a:r>
              <a:rPr lang="en-ID" sz="2000" b="1" dirty="0" err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</a:rPr>
              <a:t>implementasi</a:t>
            </a:r>
            <a:r>
              <a:rPr lang="en-ID" sz="2000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</a:rPr>
              <a:t> </a:t>
            </a:r>
            <a:r>
              <a:rPr lang="en-ID" sz="2000" b="1" dirty="0" err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</a:rPr>
              <a:t>kebijakan</a:t>
            </a:r>
            <a:r>
              <a:rPr lang="en-ID" sz="2000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</a:rPr>
              <a:t> </a:t>
            </a:r>
            <a:r>
              <a:rPr lang="en-ID" sz="2000" b="1" dirty="0" err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</a:rPr>
              <a:t>lingkungan</a:t>
            </a:r>
            <a:r>
              <a:rPr lang="en-ID" sz="2000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</a:rPr>
              <a:t> di </a:t>
            </a:r>
            <a:r>
              <a:rPr lang="en-ID" sz="2000" b="1" dirty="0" err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</a:rPr>
              <a:t>sekolah</a:t>
            </a:r>
            <a:r>
              <a:rPr lang="en-ID" sz="2000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</a:rPr>
              <a:t> </a:t>
            </a:r>
            <a:r>
              <a:rPr lang="en-ID" sz="2000" b="1" dirty="0" err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</a:rPr>
              <a:t>melalui</a:t>
            </a:r>
            <a:r>
              <a:rPr lang="en-ID" sz="2000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</a:rPr>
              <a:t> </a:t>
            </a:r>
            <a:r>
              <a:rPr lang="en-ID" sz="2000" b="1" dirty="0" err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</a:rPr>
              <a:t>assessmen</a:t>
            </a:r>
            <a:r>
              <a:rPr lang="en-ID" sz="2000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</a:rPr>
              <a:t> </a:t>
            </a:r>
            <a:r>
              <a:rPr lang="en-ID" sz="2000" b="1" dirty="0" err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</a:rPr>
              <a:t>berbasis</a:t>
            </a:r>
            <a:r>
              <a:rPr lang="en-ID" sz="2000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</a:rPr>
              <a:t> </a:t>
            </a:r>
            <a:r>
              <a:rPr lang="en-ID" sz="2000" b="1" dirty="0" err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</a:rPr>
              <a:t>kuesioner</a:t>
            </a:r>
            <a:r>
              <a:rPr lang="en-ID" sz="2000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</a:rPr>
              <a:t> </a:t>
            </a:r>
            <a:r>
              <a:rPr lang="en-ID" sz="2000" b="1" dirty="0" err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</a:rPr>
              <a:t>terstruktur</a:t>
            </a:r>
            <a:endParaRPr lang="en-US" sz="2000" b="1" dirty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  <a:p>
            <a:pPr>
              <a:lnSpc>
                <a:spcPts val="3920"/>
              </a:lnSpc>
            </a:pPr>
            <a:r>
              <a:rPr lang="en-US" sz="2000" b="1" dirty="0" smtClean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  <a:endParaRPr lang="en-US" sz="2000" b="1" dirty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22" name="Freeform 22"/>
          <p:cNvSpPr/>
          <p:nvPr/>
        </p:nvSpPr>
        <p:spPr>
          <a:xfrm rot="5400000" flipH="1" flipV="1">
            <a:off x="-592325" y="8404494"/>
            <a:ext cx="2161366" cy="1080683"/>
          </a:xfrm>
          <a:custGeom>
            <a:avLst/>
            <a:gdLst/>
            <a:ahLst/>
            <a:cxnLst/>
            <a:rect l="l" t="t" r="r" b="b"/>
            <a:pathLst>
              <a:path w="2161366" h="1080683">
                <a:moveTo>
                  <a:pt x="2161367" y="1080683"/>
                </a:moveTo>
                <a:lnTo>
                  <a:pt x="0" y="1080683"/>
                </a:lnTo>
                <a:lnTo>
                  <a:pt x="0" y="0"/>
                </a:lnTo>
                <a:lnTo>
                  <a:pt x="2161367" y="0"/>
                </a:lnTo>
                <a:lnTo>
                  <a:pt x="2161367" y="108068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23" name="Freeform 23"/>
          <p:cNvSpPr/>
          <p:nvPr/>
        </p:nvSpPr>
        <p:spPr>
          <a:xfrm rot="-5400000">
            <a:off x="2148084" y="2028404"/>
            <a:ext cx="240826" cy="963304"/>
          </a:xfrm>
          <a:custGeom>
            <a:avLst/>
            <a:gdLst/>
            <a:ahLst/>
            <a:cxnLst/>
            <a:rect l="l" t="t" r="r" b="b"/>
            <a:pathLst>
              <a:path w="240826" h="963304">
                <a:moveTo>
                  <a:pt x="0" y="0"/>
                </a:moveTo>
                <a:lnTo>
                  <a:pt x="240826" y="0"/>
                </a:lnTo>
                <a:lnTo>
                  <a:pt x="240826" y="963304"/>
                </a:lnTo>
                <a:lnTo>
                  <a:pt x="0" y="9633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26" name="TextBox 26"/>
          <p:cNvSpPr txBox="1"/>
          <p:nvPr/>
        </p:nvSpPr>
        <p:spPr>
          <a:xfrm>
            <a:off x="1428171" y="3054251"/>
            <a:ext cx="7780004" cy="2205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4800" b="1" dirty="0">
                <a:solidFill>
                  <a:srgbClr val="00000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PETUNJUK </a:t>
            </a:r>
            <a:r>
              <a:rPr lang="en-US" sz="4800" b="1" dirty="0" smtClean="0">
                <a:solidFill>
                  <a:srgbClr val="00000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PENGGUNAAN WEBSITE SEVILING.ID</a:t>
            </a:r>
            <a:endParaRPr lang="en-US" sz="4800" b="1" dirty="0">
              <a:solidFill>
                <a:srgbClr val="000000"/>
              </a:solidFill>
              <a:latin typeface="Poppins Ultra-Bold"/>
              <a:ea typeface="Poppins Ultra-Bold"/>
              <a:cs typeface="Poppins Ultra-Bold"/>
              <a:sym typeface="Poppins Ultra-Bold"/>
            </a:endParaRPr>
          </a:p>
        </p:txBody>
      </p:sp>
      <p:pic>
        <p:nvPicPr>
          <p:cNvPr id="1028" name="Picture 4" descr="What do Remote-Only Students Think of Testing? – The UNISVerse">
            <a:extLst>
              <a:ext uri="{FF2B5EF4-FFF2-40B4-BE49-F238E27FC236}">
                <a16:creationId xmlns:a16="http://schemas.microsoft.com/office/drawing/2014/main" xmlns="" id="{792DA20B-E1EE-35FD-E6D1-2CD3EAB48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4532" y="2156478"/>
            <a:ext cx="7062076" cy="7153894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21">
            <a:extLst>
              <a:ext uri="{FF2B5EF4-FFF2-40B4-BE49-F238E27FC236}">
                <a16:creationId xmlns:a16="http://schemas.microsoft.com/office/drawing/2014/main" xmlns="" id="{8EBBE5EC-0917-F413-2728-7CC805AA8572}"/>
              </a:ext>
            </a:extLst>
          </p:cNvPr>
          <p:cNvSpPr txBox="1"/>
          <p:nvPr/>
        </p:nvSpPr>
        <p:spPr>
          <a:xfrm>
            <a:off x="1414022" y="7623472"/>
            <a:ext cx="7529447" cy="498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dirty="0">
                <a:solidFill>
                  <a:srgbClr val="0070C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Prof. Dr. Edi Istiyono, </a:t>
            </a:r>
            <a:r>
              <a:rPr lang="en-US" sz="2800" dirty="0" err="1">
                <a:solidFill>
                  <a:srgbClr val="0070C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M.Si</a:t>
            </a:r>
            <a:r>
              <a:rPr lang="en-US" sz="2800" dirty="0">
                <a:solidFill>
                  <a:srgbClr val="0070C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9966" y="657218"/>
            <a:ext cx="1317062" cy="13415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3"/>
          <p:cNvGrpSpPr/>
          <p:nvPr/>
        </p:nvGrpSpPr>
        <p:grpSpPr>
          <a:xfrm>
            <a:off x="12997406" y="0"/>
            <a:ext cx="5290594" cy="10287000"/>
            <a:chOff x="0" y="0"/>
            <a:chExt cx="1393407" cy="2709333"/>
          </a:xfrm>
        </p:grpSpPr>
        <p:sp>
          <p:nvSpPr>
            <p:cNvPr id="9" name="Freeform 4"/>
            <p:cNvSpPr/>
            <p:nvPr/>
          </p:nvSpPr>
          <p:spPr>
            <a:xfrm>
              <a:off x="0" y="0"/>
              <a:ext cx="1393407" cy="2709333"/>
            </a:xfrm>
            <a:custGeom>
              <a:avLst/>
              <a:gdLst/>
              <a:ahLst/>
              <a:cxnLst/>
              <a:rect l="l" t="t" r="r" b="b"/>
              <a:pathLst>
                <a:path w="1393407" h="2709333">
                  <a:moveTo>
                    <a:pt x="0" y="0"/>
                  </a:moveTo>
                  <a:lnTo>
                    <a:pt x="1393407" y="0"/>
                  </a:lnTo>
                  <a:lnTo>
                    <a:pt x="139340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7A3FE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0" name="TextBox 5"/>
            <p:cNvSpPr txBox="1"/>
            <p:nvPr/>
          </p:nvSpPr>
          <p:spPr>
            <a:xfrm>
              <a:off x="0" y="-9525"/>
              <a:ext cx="1393407" cy="27188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20"/>
                </a:lnSpc>
              </a:pPr>
              <a:endParaRPr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954087" y="342900"/>
            <a:ext cx="2422266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4200" dirty="0" err="1"/>
              <a:t>Langkah</a:t>
            </a:r>
            <a:r>
              <a:rPr sz="4200" dirty="0"/>
              <a:t>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9451" y="1508760"/>
            <a:ext cx="402821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sz="3000" dirty="0" err="1"/>
              <a:t>Buka</a:t>
            </a:r>
            <a:r>
              <a:rPr sz="3000" dirty="0"/>
              <a:t> browser </a:t>
            </a:r>
            <a:r>
              <a:rPr sz="3000" dirty="0" err="1"/>
              <a:t>dan</a:t>
            </a:r>
            <a:r>
              <a:rPr sz="3000" dirty="0"/>
              <a:t> </a:t>
            </a:r>
            <a:r>
              <a:rPr sz="3000" dirty="0" err="1"/>
              <a:t>akses</a:t>
            </a:r>
            <a:r>
              <a:rPr sz="3000" dirty="0" smtClean="0"/>
              <a:t>:</a:t>
            </a:r>
            <a:endParaRPr sz="6000" dirty="0"/>
          </a:p>
        </p:txBody>
      </p:sp>
      <p:sp>
        <p:nvSpPr>
          <p:cNvPr id="6" name="Rectangle 5"/>
          <p:cNvSpPr/>
          <p:nvPr/>
        </p:nvSpPr>
        <p:spPr>
          <a:xfrm>
            <a:off x="919451" y="1935956"/>
            <a:ext cx="359175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2000"/>
            </a:pPr>
            <a:r>
              <a:rPr lang="en-US" sz="6600" dirty="0"/>
              <a:t>seviling.id</a:t>
            </a:r>
            <a:endParaRPr lang="en-US" sz="6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087" y="3238500"/>
            <a:ext cx="13716000" cy="632888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9600" y="410773"/>
            <a:ext cx="1317062" cy="134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228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3"/>
          <p:cNvGrpSpPr/>
          <p:nvPr/>
        </p:nvGrpSpPr>
        <p:grpSpPr>
          <a:xfrm>
            <a:off x="12997406" y="0"/>
            <a:ext cx="5290594" cy="10287000"/>
            <a:chOff x="0" y="0"/>
            <a:chExt cx="1393407" cy="2709333"/>
          </a:xfrm>
        </p:grpSpPr>
        <p:sp>
          <p:nvSpPr>
            <p:cNvPr id="12" name="Freeform 4"/>
            <p:cNvSpPr/>
            <p:nvPr/>
          </p:nvSpPr>
          <p:spPr>
            <a:xfrm>
              <a:off x="0" y="0"/>
              <a:ext cx="1393407" cy="2709333"/>
            </a:xfrm>
            <a:custGeom>
              <a:avLst/>
              <a:gdLst/>
              <a:ahLst/>
              <a:cxnLst/>
              <a:rect l="l" t="t" r="r" b="b"/>
              <a:pathLst>
                <a:path w="1393407" h="2709333">
                  <a:moveTo>
                    <a:pt x="0" y="0"/>
                  </a:moveTo>
                  <a:lnTo>
                    <a:pt x="1393407" y="0"/>
                  </a:lnTo>
                  <a:lnTo>
                    <a:pt x="139340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7A3FE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3" name="TextBox 5"/>
            <p:cNvSpPr txBox="1"/>
            <p:nvPr/>
          </p:nvSpPr>
          <p:spPr>
            <a:xfrm>
              <a:off x="0" y="-9525"/>
              <a:ext cx="1393407" cy="27188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20"/>
                </a:lnSpc>
              </a:pPr>
              <a:endParaRPr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990600" y="671036"/>
            <a:ext cx="2422266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4200" dirty="0" err="1"/>
              <a:t>Langkah</a:t>
            </a:r>
            <a:r>
              <a:rPr sz="4200" dirty="0"/>
              <a:t>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600" y="1409700"/>
            <a:ext cx="12968743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lang="en-US" sz="3000" dirty="0" err="1" smtClean="0"/>
              <a:t>Pilih</a:t>
            </a:r>
            <a:r>
              <a:rPr lang="en-US" sz="3000" dirty="0" smtClean="0"/>
              <a:t> </a:t>
            </a:r>
            <a:r>
              <a:rPr lang="en-US" sz="3000" i="1" dirty="0" err="1" smtClean="0"/>
              <a:t>Daftar</a:t>
            </a:r>
            <a:r>
              <a:rPr lang="en-US" sz="3000" dirty="0" smtClean="0"/>
              <a:t> </a:t>
            </a:r>
            <a:r>
              <a:rPr lang="en-US" sz="3000" dirty="0" err="1" smtClean="0"/>
              <a:t>untuk</a:t>
            </a:r>
            <a:r>
              <a:rPr lang="en-US" sz="3000" dirty="0" smtClean="0"/>
              <a:t> </a:t>
            </a:r>
            <a:r>
              <a:rPr lang="en-US" sz="3000" dirty="0" err="1" smtClean="0"/>
              <a:t>membuat</a:t>
            </a:r>
            <a:r>
              <a:rPr lang="en-US" sz="3000" dirty="0" smtClean="0"/>
              <a:t> </a:t>
            </a:r>
            <a:r>
              <a:rPr lang="en-US" sz="3000" dirty="0" err="1" smtClean="0"/>
              <a:t>akun</a:t>
            </a:r>
            <a:r>
              <a:rPr lang="en-US" sz="3000" dirty="0" smtClean="0"/>
              <a:t>, </a:t>
            </a:r>
          </a:p>
          <a:p>
            <a:pPr>
              <a:defRPr sz="2000"/>
            </a:pPr>
            <a:r>
              <a:rPr lang="en-US" sz="3000" dirty="0" err="1" smtClean="0"/>
              <a:t>jika</a:t>
            </a:r>
            <a:r>
              <a:rPr lang="en-US" sz="3000" dirty="0" smtClean="0"/>
              <a:t> </a:t>
            </a:r>
            <a:r>
              <a:rPr lang="en-US" sz="3000" dirty="0" err="1" smtClean="0"/>
              <a:t>sudah</a:t>
            </a:r>
            <a:r>
              <a:rPr lang="en-US" sz="3000" dirty="0" smtClean="0"/>
              <a:t> </a:t>
            </a:r>
            <a:r>
              <a:rPr lang="en-US" sz="3000" dirty="0" err="1" smtClean="0"/>
              <a:t>memiliki</a:t>
            </a:r>
            <a:r>
              <a:rPr lang="en-US" sz="3000" dirty="0" smtClean="0"/>
              <a:t> </a:t>
            </a:r>
            <a:r>
              <a:rPr lang="en-US" sz="3000" dirty="0" err="1" smtClean="0"/>
              <a:t>akun</a:t>
            </a:r>
            <a:r>
              <a:rPr lang="en-US" sz="3000" dirty="0" smtClean="0"/>
              <a:t> </a:t>
            </a:r>
            <a:r>
              <a:rPr lang="en-US" sz="3000" dirty="0" err="1" smtClean="0"/>
              <a:t>mengisi</a:t>
            </a:r>
            <a:r>
              <a:rPr lang="en-US" sz="3000" dirty="0" smtClean="0"/>
              <a:t> </a:t>
            </a:r>
            <a:r>
              <a:rPr lang="en-US" sz="3000" dirty="0" err="1" smtClean="0"/>
              <a:t>nama</a:t>
            </a:r>
            <a:r>
              <a:rPr lang="en-US" sz="3000" dirty="0" smtClean="0"/>
              <a:t> </a:t>
            </a:r>
            <a:r>
              <a:rPr lang="en-US" sz="3000" dirty="0" err="1" smtClean="0"/>
              <a:t>pengguna</a:t>
            </a:r>
            <a:r>
              <a:rPr lang="en-US" sz="3000" dirty="0" smtClean="0"/>
              <a:t> </a:t>
            </a:r>
            <a:r>
              <a:rPr lang="en-US" sz="3000" dirty="0" err="1" smtClean="0"/>
              <a:t>dan</a:t>
            </a:r>
            <a:r>
              <a:rPr lang="en-US" sz="3000" dirty="0" smtClean="0"/>
              <a:t> kata </a:t>
            </a:r>
            <a:r>
              <a:rPr lang="en-US" sz="3000" dirty="0" err="1" smtClean="0"/>
              <a:t>sandi</a:t>
            </a:r>
            <a:r>
              <a:rPr lang="en-US" sz="3000" dirty="0" smtClean="0"/>
              <a:t> </a:t>
            </a:r>
            <a:r>
              <a:rPr lang="en-US" sz="3000" dirty="0" err="1" smtClean="0"/>
              <a:t>kemudian</a:t>
            </a:r>
            <a:r>
              <a:rPr lang="en-US" sz="3000" dirty="0" smtClean="0"/>
              <a:t> </a:t>
            </a:r>
            <a:r>
              <a:rPr lang="en-US" sz="3000" dirty="0" err="1" smtClean="0"/>
              <a:t>masuk</a:t>
            </a:r>
            <a:endParaRPr sz="3000" i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857500"/>
            <a:ext cx="13716000" cy="63288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Oval 7"/>
          <p:cNvSpPr/>
          <p:nvPr/>
        </p:nvSpPr>
        <p:spPr>
          <a:xfrm>
            <a:off x="4114800" y="8267700"/>
            <a:ext cx="838200" cy="8382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2362200" y="8877300"/>
            <a:ext cx="1752600" cy="83820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9600" y="410773"/>
            <a:ext cx="1317062" cy="134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343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3"/>
          <p:cNvGrpSpPr/>
          <p:nvPr/>
        </p:nvGrpSpPr>
        <p:grpSpPr>
          <a:xfrm>
            <a:off x="12997406" y="0"/>
            <a:ext cx="5290594" cy="10287000"/>
            <a:chOff x="0" y="0"/>
            <a:chExt cx="1393407" cy="2709333"/>
          </a:xfrm>
        </p:grpSpPr>
        <p:sp>
          <p:nvSpPr>
            <p:cNvPr id="11" name="Freeform 4"/>
            <p:cNvSpPr/>
            <p:nvPr/>
          </p:nvSpPr>
          <p:spPr>
            <a:xfrm>
              <a:off x="0" y="0"/>
              <a:ext cx="1393407" cy="2709333"/>
            </a:xfrm>
            <a:custGeom>
              <a:avLst/>
              <a:gdLst/>
              <a:ahLst/>
              <a:cxnLst/>
              <a:rect l="l" t="t" r="r" b="b"/>
              <a:pathLst>
                <a:path w="1393407" h="2709333">
                  <a:moveTo>
                    <a:pt x="0" y="0"/>
                  </a:moveTo>
                  <a:lnTo>
                    <a:pt x="1393407" y="0"/>
                  </a:lnTo>
                  <a:lnTo>
                    <a:pt x="139340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7A3FE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2" name="TextBox 5"/>
            <p:cNvSpPr txBox="1"/>
            <p:nvPr/>
          </p:nvSpPr>
          <p:spPr>
            <a:xfrm>
              <a:off x="0" y="-9525"/>
              <a:ext cx="1393407" cy="27188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20"/>
                </a:lnSpc>
              </a:pPr>
              <a:endParaRPr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990600" y="671036"/>
            <a:ext cx="2422266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4200" dirty="0" err="1"/>
              <a:t>Langkah</a:t>
            </a:r>
            <a:r>
              <a:rPr sz="4200" dirty="0"/>
              <a:t> </a:t>
            </a:r>
            <a:r>
              <a:rPr lang="en-US" sz="4200" dirty="0" smtClean="0"/>
              <a:t>3</a:t>
            </a:r>
            <a:endParaRPr sz="4200" dirty="0"/>
          </a:p>
        </p:txBody>
      </p:sp>
      <p:sp>
        <p:nvSpPr>
          <p:cNvPr id="4" name="TextBox 3"/>
          <p:cNvSpPr txBox="1"/>
          <p:nvPr/>
        </p:nvSpPr>
        <p:spPr>
          <a:xfrm>
            <a:off x="990600" y="1409700"/>
            <a:ext cx="11578683" cy="147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lang="en-US" sz="3000" dirty="0" err="1" smtClean="0"/>
              <a:t>Membuat</a:t>
            </a:r>
            <a:r>
              <a:rPr lang="en-US" sz="3000" dirty="0" smtClean="0"/>
              <a:t> </a:t>
            </a:r>
            <a:r>
              <a:rPr lang="en-US" sz="3000" dirty="0" err="1" smtClean="0"/>
              <a:t>akun</a:t>
            </a:r>
            <a:r>
              <a:rPr lang="en-US" sz="3000" dirty="0" smtClean="0"/>
              <a:t>.</a:t>
            </a:r>
          </a:p>
          <a:p>
            <a:pPr>
              <a:defRPr sz="2000"/>
            </a:pPr>
            <a:r>
              <a:rPr lang="en-US" sz="3000" dirty="0" smtClean="0"/>
              <a:t>Isi </a:t>
            </a:r>
            <a:r>
              <a:rPr lang="en-US" sz="3000" dirty="0" err="1" smtClean="0"/>
              <a:t>nama</a:t>
            </a:r>
            <a:r>
              <a:rPr lang="en-US" sz="3000" dirty="0" smtClean="0"/>
              <a:t> </a:t>
            </a:r>
            <a:r>
              <a:rPr lang="en-US" sz="3000" dirty="0" err="1" smtClean="0"/>
              <a:t>lengkap</a:t>
            </a:r>
            <a:r>
              <a:rPr lang="en-US" sz="3000" dirty="0" smtClean="0"/>
              <a:t>, username, email, kata </a:t>
            </a:r>
            <a:r>
              <a:rPr lang="en-US" sz="3000" dirty="0" err="1" smtClean="0"/>
              <a:t>sandi</a:t>
            </a:r>
            <a:r>
              <a:rPr lang="en-US" sz="3000" dirty="0" smtClean="0"/>
              <a:t> </a:t>
            </a:r>
            <a:r>
              <a:rPr lang="en-US" sz="3000" dirty="0" err="1" smtClean="0"/>
              <a:t>serta</a:t>
            </a:r>
            <a:r>
              <a:rPr lang="en-US" sz="3000" dirty="0" smtClean="0"/>
              <a:t> </a:t>
            </a:r>
            <a:r>
              <a:rPr lang="en-US" sz="3000" dirty="0" err="1" smtClean="0"/>
              <a:t>konfirmasi</a:t>
            </a:r>
            <a:r>
              <a:rPr lang="en-US" sz="3000" dirty="0" smtClean="0"/>
              <a:t> kata </a:t>
            </a:r>
            <a:r>
              <a:rPr lang="en-US" sz="3000" dirty="0" err="1" smtClean="0"/>
              <a:t>sandi</a:t>
            </a:r>
            <a:endParaRPr lang="en-US" sz="3000" dirty="0" smtClean="0"/>
          </a:p>
          <a:p>
            <a:pPr>
              <a:defRPr sz="2000"/>
            </a:pPr>
            <a:r>
              <a:rPr lang="en-US" sz="3000" dirty="0" smtClean="0"/>
              <a:t>(Kata </a:t>
            </a:r>
            <a:r>
              <a:rPr lang="en-US" sz="3000" dirty="0" err="1" smtClean="0"/>
              <a:t>sandi</a:t>
            </a:r>
            <a:r>
              <a:rPr lang="en-US" sz="3000" dirty="0" smtClean="0"/>
              <a:t> </a:t>
            </a:r>
            <a:r>
              <a:rPr lang="en-US" sz="3000" dirty="0" err="1" smtClean="0"/>
              <a:t>dan</a:t>
            </a:r>
            <a:r>
              <a:rPr lang="en-US" sz="3000" dirty="0" smtClean="0"/>
              <a:t> </a:t>
            </a:r>
            <a:r>
              <a:rPr lang="en-US" sz="3000" dirty="0" err="1" smtClean="0"/>
              <a:t>konfirmasi</a:t>
            </a:r>
            <a:r>
              <a:rPr lang="en-US" sz="3000" dirty="0" smtClean="0"/>
              <a:t> </a:t>
            </a:r>
            <a:r>
              <a:rPr lang="en-US" sz="3000" dirty="0" err="1" smtClean="0"/>
              <a:t>harus</a:t>
            </a:r>
            <a:r>
              <a:rPr lang="en-US" sz="3000" dirty="0" smtClean="0"/>
              <a:t> </a:t>
            </a:r>
            <a:r>
              <a:rPr lang="en-US" sz="3000" dirty="0" err="1" smtClean="0"/>
              <a:t>sama</a:t>
            </a:r>
            <a:r>
              <a:rPr lang="en-US" sz="3000" dirty="0" smtClean="0"/>
              <a:t>)</a:t>
            </a:r>
            <a:endParaRPr sz="3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3162300"/>
            <a:ext cx="14249400" cy="670434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9600" y="410773"/>
            <a:ext cx="1317062" cy="134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15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2997406" y="0"/>
            <a:ext cx="5290594" cy="10287000"/>
            <a:chOff x="0" y="0"/>
            <a:chExt cx="1393407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93407" cy="2709333"/>
            </a:xfrm>
            <a:custGeom>
              <a:avLst/>
              <a:gdLst/>
              <a:ahLst/>
              <a:cxnLst/>
              <a:rect l="l" t="t" r="r" b="b"/>
              <a:pathLst>
                <a:path w="1393407" h="2709333">
                  <a:moveTo>
                    <a:pt x="0" y="0"/>
                  </a:moveTo>
                  <a:lnTo>
                    <a:pt x="1393407" y="0"/>
                  </a:lnTo>
                  <a:lnTo>
                    <a:pt x="139340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7A3FE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1393407" cy="27188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2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713120" y="9258300"/>
            <a:ext cx="546180" cy="54618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552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2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flipH="1">
            <a:off x="16907631" y="9403098"/>
            <a:ext cx="157157" cy="256583"/>
          </a:xfrm>
          <a:custGeom>
            <a:avLst/>
            <a:gdLst/>
            <a:ahLst/>
            <a:cxnLst/>
            <a:rect l="l" t="t" r="r" b="b"/>
            <a:pathLst>
              <a:path w="157157" h="256583">
                <a:moveTo>
                  <a:pt x="157158" y="0"/>
                </a:moveTo>
                <a:lnTo>
                  <a:pt x="0" y="0"/>
                </a:lnTo>
                <a:lnTo>
                  <a:pt x="0" y="256584"/>
                </a:lnTo>
                <a:lnTo>
                  <a:pt x="157158" y="256584"/>
                </a:lnTo>
                <a:lnTo>
                  <a:pt x="15715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10" name="Group 10"/>
          <p:cNvGrpSpPr/>
          <p:nvPr/>
        </p:nvGrpSpPr>
        <p:grpSpPr>
          <a:xfrm>
            <a:off x="14190383" y="460078"/>
            <a:ext cx="2327502" cy="2327502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7DCE4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rot="-5400000">
            <a:off x="15022582" y="1989306"/>
            <a:ext cx="1218471" cy="1418890"/>
          </a:xfrm>
          <a:custGeom>
            <a:avLst/>
            <a:gdLst/>
            <a:ahLst/>
            <a:cxnLst/>
            <a:rect l="l" t="t" r="r" b="b"/>
            <a:pathLst>
              <a:path w="1218471" h="1418890">
                <a:moveTo>
                  <a:pt x="0" y="0"/>
                </a:moveTo>
                <a:lnTo>
                  <a:pt x="1218471" y="0"/>
                </a:lnTo>
                <a:lnTo>
                  <a:pt x="1218471" y="1418889"/>
                </a:lnTo>
                <a:lnTo>
                  <a:pt x="0" y="14188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6" name="Freeform 16"/>
          <p:cNvSpPr/>
          <p:nvPr/>
        </p:nvSpPr>
        <p:spPr>
          <a:xfrm flipH="1" flipV="1">
            <a:off x="-1080683" y="9206317"/>
            <a:ext cx="2161366" cy="1080683"/>
          </a:xfrm>
          <a:custGeom>
            <a:avLst/>
            <a:gdLst/>
            <a:ahLst/>
            <a:cxnLst/>
            <a:rect l="l" t="t" r="r" b="b"/>
            <a:pathLst>
              <a:path w="2161366" h="1080683">
                <a:moveTo>
                  <a:pt x="2161366" y="1080683"/>
                </a:moveTo>
                <a:lnTo>
                  <a:pt x="0" y="1080683"/>
                </a:lnTo>
                <a:lnTo>
                  <a:pt x="0" y="0"/>
                </a:lnTo>
                <a:lnTo>
                  <a:pt x="2161366" y="0"/>
                </a:lnTo>
                <a:lnTo>
                  <a:pt x="2161366" y="1080683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8733" y="2534532"/>
            <a:ext cx="15013084" cy="69763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08287" y="353385"/>
            <a:ext cx="2422266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4200" dirty="0" err="1"/>
              <a:t>Langkah</a:t>
            </a:r>
            <a:r>
              <a:rPr sz="4200" dirty="0"/>
              <a:t> </a:t>
            </a:r>
            <a:r>
              <a:rPr lang="en-US" sz="4200" dirty="0" smtClean="0"/>
              <a:t>4</a:t>
            </a:r>
            <a:endParaRPr sz="4200" dirty="0"/>
          </a:p>
        </p:txBody>
      </p:sp>
      <p:sp>
        <p:nvSpPr>
          <p:cNvPr id="27" name="TextBox 26"/>
          <p:cNvSpPr txBox="1"/>
          <p:nvPr/>
        </p:nvSpPr>
        <p:spPr>
          <a:xfrm>
            <a:off x="1008287" y="1092049"/>
            <a:ext cx="14628620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lang="en-US" sz="3000" dirty="0" err="1" smtClean="0"/>
              <a:t>Setelah</a:t>
            </a:r>
            <a:r>
              <a:rPr lang="en-US" sz="3000" dirty="0" smtClean="0"/>
              <a:t> </a:t>
            </a:r>
            <a:r>
              <a:rPr lang="en-US" sz="3000" i="1" dirty="0" smtClean="0"/>
              <a:t>Login, </a:t>
            </a:r>
            <a:r>
              <a:rPr lang="en-US" sz="3000" dirty="0" err="1" smtClean="0"/>
              <a:t>akan</a:t>
            </a:r>
            <a:r>
              <a:rPr lang="en-US" sz="3000" dirty="0"/>
              <a:t> </a:t>
            </a:r>
            <a:r>
              <a:rPr lang="en-US" sz="3000" dirty="0" err="1" smtClean="0"/>
              <a:t>muncul</a:t>
            </a:r>
            <a:r>
              <a:rPr lang="en-US" sz="3000" dirty="0" smtClean="0"/>
              <a:t> </a:t>
            </a:r>
            <a:r>
              <a:rPr lang="en-US" sz="3000" dirty="0" err="1" smtClean="0"/>
              <a:t>tampilan</a:t>
            </a:r>
            <a:r>
              <a:rPr lang="en-US" sz="3000" dirty="0" smtClean="0"/>
              <a:t> </a:t>
            </a:r>
            <a:r>
              <a:rPr lang="en-US" sz="3000" dirty="0" err="1" smtClean="0"/>
              <a:t>penjelasan</a:t>
            </a:r>
            <a:r>
              <a:rPr lang="en-US" sz="3000" dirty="0" smtClean="0"/>
              <a:t> </a:t>
            </a:r>
            <a:r>
              <a:rPr lang="en-US" sz="3000" dirty="0" err="1" smtClean="0"/>
              <a:t>singkat</a:t>
            </a:r>
            <a:r>
              <a:rPr lang="en-US" sz="3000" dirty="0" smtClean="0"/>
              <a:t> </a:t>
            </a:r>
            <a:r>
              <a:rPr lang="en-US" sz="3000" dirty="0" err="1" smtClean="0"/>
              <a:t>pengisian</a:t>
            </a:r>
            <a:r>
              <a:rPr lang="en-US" sz="3000" dirty="0" smtClean="0"/>
              <a:t> </a:t>
            </a:r>
            <a:r>
              <a:rPr lang="en-US" sz="3000" dirty="0" err="1" smtClean="0"/>
              <a:t>kuisioner</a:t>
            </a:r>
            <a:endParaRPr lang="en-US" sz="3000" dirty="0" smtClean="0"/>
          </a:p>
          <a:p>
            <a:pPr>
              <a:defRPr sz="2000"/>
            </a:pPr>
            <a:r>
              <a:rPr lang="en-US" sz="3000" dirty="0" err="1" smtClean="0"/>
              <a:t>Kemudian</a:t>
            </a:r>
            <a:r>
              <a:rPr lang="en-US" sz="3000" dirty="0" smtClean="0"/>
              <a:t> </a:t>
            </a:r>
            <a:r>
              <a:rPr lang="en-US" sz="3000" dirty="0" err="1" smtClean="0"/>
              <a:t>klik</a:t>
            </a:r>
            <a:r>
              <a:rPr lang="en-US" sz="3000" dirty="0" smtClean="0"/>
              <a:t> </a:t>
            </a:r>
            <a:r>
              <a:rPr lang="en-US" sz="3000" dirty="0" err="1" smtClean="0"/>
              <a:t>lingkaran</a:t>
            </a:r>
            <a:r>
              <a:rPr lang="en-US" sz="3000" dirty="0" smtClean="0"/>
              <a:t> </a:t>
            </a:r>
            <a:r>
              <a:rPr lang="en-US" sz="3000" dirty="0" err="1" smtClean="0"/>
              <a:t>pada</a:t>
            </a:r>
            <a:r>
              <a:rPr lang="en-US" sz="3000" dirty="0" smtClean="0"/>
              <a:t> </a:t>
            </a:r>
            <a:r>
              <a:rPr lang="en-US" sz="3000" dirty="0" err="1" smtClean="0"/>
              <a:t>tulisan</a:t>
            </a:r>
            <a:r>
              <a:rPr lang="en-US" sz="3000" dirty="0" smtClean="0"/>
              <a:t> “</a:t>
            </a:r>
            <a:r>
              <a:rPr lang="en-US" sz="3000" dirty="0" err="1" smtClean="0"/>
              <a:t>saya</a:t>
            </a:r>
            <a:r>
              <a:rPr lang="en-US" sz="3000" dirty="0" smtClean="0"/>
              <a:t> </a:t>
            </a:r>
            <a:r>
              <a:rPr lang="en-US" sz="3000" dirty="0" err="1" smtClean="0"/>
              <a:t>telah</a:t>
            </a:r>
            <a:r>
              <a:rPr lang="en-US" sz="3000" dirty="0" smtClean="0"/>
              <a:t> </a:t>
            </a:r>
            <a:r>
              <a:rPr lang="en-US" sz="3000" dirty="0" err="1" smtClean="0"/>
              <a:t>membaca</a:t>
            </a:r>
            <a:r>
              <a:rPr lang="en-US" sz="3000" dirty="0" smtClean="0"/>
              <a:t> </a:t>
            </a:r>
            <a:r>
              <a:rPr lang="en-US" sz="3000" dirty="0" err="1" smtClean="0"/>
              <a:t>dan</a:t>
            </a:r>
            <a:r>
              <a:rPr lang="en-US" sz="3000" dirty="0" smtClean="0"/>
              <a:t> </a:t>
            </a:r>
            <a:r>
              <a:rPr lang="en-US" sz="3000" dirty="0" err="1" smtClean="0"/>
              <a:t>memahami</a:t>
            </a:r>
            <a:r>
              <a:rPr lang="en-US" sz="3000" dirty="0" smtClean="0"/>
              <a:t> </a:t>
            </a:r>
            <a:r>
              <a:rPr lang="en-US" sz="3000" dirty="0" err="1" smtClean="0"/>
              <a:t>seluruh</a:t>
            </a:r>
            <a:r>
              <a:rPr lang="en-US" sz="3000" dirty="0" smtClean="0"/>
              <a:t> </a:t>
            </a:r>
            <a:r>
              <a:rPr lang="en-US" sz="3000" dirty="0" err="1" smtClean="0"/>
              <a:t>instruksi</a:t>
            </a:r>
            <a:r>
              <a:rPr lang="en-US" sz="3000" dirty="0" smtClean="0"/>
              <a:t>”</a:t>
            </a:r>
            <a:endParaRPr sz="3000" dirty="0"/>
          </a:p>
        </p:txBody>
      </p:sp>
      <p:sp>
        <p:nvSpPr>
          <p:cNvPr id="28" name="Oval 27"/>
          <p:cNvSpPr/>
          <p:nvPr/>
        </p:nvSpPr>
        <p:spPr>
          <a:xfrm>
            <a:off x="558254" y="8732880"/>
            <a:ext cx="838200" cy="8382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29" name="Straight Arrow Connector 28"/>
          <p:cNvCxnSpPr>
            <a:stCxn id="21" idx="1"/>
          </p:cNvCxnSpPr>
          <p:nvPr/>
        </p:nvCxnSpPr>
        <p:spPr>
          <a:xfrm flipH="1" flipV="1">
            <a:off x="1422128" y="9303105"/>
            <a:ext cx="1199212" cy="41462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621340" y="9486900"/>
            <a:ext cx="2028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Klik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bagian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endParaRPr lang="en-ID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9600" y="410773"/>
            <a:ext cx="1317062" cy="13415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F4240A5-F47E-43FF-488B-6E240D8CB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xmlns="" id="{5B104755-918A-E01E-FE3E-7915D84A634E}"/>
              </a:ext>
            </a:extLst>
          </p:cNvPr>
          <p:cNvGrpSpPr/>
          <p:nvPr/>
        </p:nvGrpSpPr>
        <p:grpSpPr>
          <a:xfrm>
            <a:off x="16713120" y="9258300"/>
            <a:ext cx="546180" cy="546180"/>
            <a:chOff x="0" y="0"/>
            <a:chExt cx="812800" cy="8128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xmlns="" id="{8DB22D1E-230B-13C6-5CA6-C1D412151EE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552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xmlns="" id="{718D5977-F4D5-C1B0-43A7-6BC6BCAA5663}"/>
                </a:ext>
              </a:extLst>
            </p:cNvPr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20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xmlns="" id="{05141EFF-262C-17CC-F906-6DCFB9B4E61A}"/>
              </a:ext>
            </a:extLst>
          </p:cNvPr>
          <p:cNvSpPr/>
          <p:nvPr/>
        </p:nvSpPr>
        <p:spPr>
          <a:xfrm flipH="1">
            <a:off x="16907631" y="9403098"/>
            <a:ext cx="157157" cy="256583"/>
          </a:xfrm>
          <a:custGeom>
            <a:avLst/>
            <a:gdLst/>
            <a:ahLst/>
            <a:cxnLst/>
            <a:rect l="l" t="t" r="r" b="b"/>
            <a:pathLst>
              <a:path w="157157" h="256583">
                <a:moveTo>
                  <a:pt x="157158" y="0"/>
                </a:moveTo>
                <a:lnTo>
                  <a:pt x="0" y="0"/>
                </a:lnTo>
                <a:lnTo>
                  <a:pt x="0" y="256584"/>
                </a:lnTo>
                <a:lnTo>
                  <a:pt x="157158" y="256584"/>
                </a:lnTo>
                <a:lnTo>
                  <a:pt x="15715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xmlns="" id="{56B482C2-48B4-1B26-3D11-EF400CABAF6A}"/>
              </a:ext>
            </a:extLst>
          </p:cNvPr>
          <p:cNvGrpSpPr/>
          <p:nvPr/>
        </p:nvGrpSpPr>
        <p:grpSpPr>
          <a:xfrm>
            <a:off x="-5193304" y="4284401"/>
            <a:ext cx="11040159" cy="11040159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xmlns="" id="{AEF9AEAF-EDCE-208D-3A1F-4EADAEEDDB8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7A3FE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xmlns="" id="{9D9B85E0-59C8-3C70-53CF-1539EDFA727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xmlns="" id="{5C76C08F-6723-FC55-4ED7-B1589F194A81}"/>
              </a:ext>
            </a:extLst>
          </p:cNvPr>
          <p:cNvSpPr/>
          <p:nvPr/>
        </p:nvSpPr>
        <p:spPr>
          <a:xfrm rot="-5400000">
            <a:off x="16376974" y="4519185"/>
            <a:ext cx="1218471" cy="1418890"/>
          </a:xfrm>
          <a:custGeom>
            <a:avLst/>
            <a:gdLst/>
            <a:ahLst/>
            <a:cxnLst/>
            <a:rect l="l" t="t" r="r" b="b"/>
            <a:pathLst>
              <a:path w="1218471" h="1418890">
                <a:moveTo>
                  <a:pt x="0" y="0"/>
                </a:moveTo>
                <a:lnTo>
                  <a:pt x="1218472" y="0"/>
                </a:lnTo>
                <a:lnTo>
                  <a:pt x="1218472" y="1418890"/>
                </a:lnTo>
                <a:lnTo>
                  <a:pt x="0" y="14188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xmlns="" id="{6A0B1EE7-2733-CF69-2A57-5565A9416C25}"/>
              </a:ext>
            </a:extLst>
          </p:cNvPr>
          <p:cNvSpPr/>
          <p:nvPr/>
        </p:nvSpPr>
        <p:spPr>
          <a:xfrm flipH="1" flipV="1">
            <a:off x="-1852880" y="8750957"/>
            <a:ext cx="3130925" cy="1565463"/>
          </a:xfrm>
          <a:custGeom>
            <a:avLst/>
            <a:gdLst/>
            <a:ahLst/>
            <a:cxnLst/>
            <a:rect l="l" t="t" r="r" b="b"/>
            <a:pathLst>
              <a:path w="3130925" h="1565463">
                <a:moveTo>
                  <a:pt x="3130926" y="1565463"/>
                </a:moveTo>
                <a:lnTo>
                  <a:pt x="0" y="1565463"/>
                </a:lnTo>
                <a:lnTo>
                  <a:pt x="0" y="0"/>
                </a:lnTo>
                <a:lnTo>
                  <a:pt x="3130926" y="0"/>
                </a:lnTo>
                <a:lnTo>
                  <a:pt x="3130926" y="156546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xmlns="" id="{B9B12B90-27DA-6ECC-AD1A-9851147ADF63}"/>
              </a:ext>
            </a:extLst>
          </p:cNvPr>
          <p:cNvSpPr/>
          <p:nvPr/>
        </p:nvSpPr>
        <p:spPr>
          <a:xfrm>
            <a:off x="17252218" y="1035484"/>
            <a:ext cx="2071565" cy="1039976"/>
          </a:xfrm>
          <a:custGeom>
            <a:avLst/>
            <a:gdLst/>
            <a:ahLst/>
            <a:cxnLst/>
            <a:rect l="l" t="t" r="r" b="b"/>
            <a:pathLst>
              <a:path w="2071565" h="1039976">
                <a:moveTo>
                  <a:pt x="0" y="0"/>
                </a:moveTo>
                <a:lnTo>
                  <a:pt x="2071564" y="0"/>
                </a:lnTo>
                <a:lnTo>
                  <a:pt x="2071564" y="1039976"/>
                </a:lnTo>
                <a:lnTo>
                  <a:pt x="0" y="10399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8287" y="2517982"/>
            <a:ext cx="14606682" cy="681790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08287" y="353385"/>
            <a:ext cx="2422266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4200" dirty="0" err="1"/>
              <a:t>Langkah</a:t>
            </a:r>
            <a:r>
              <a:rPr sz="4200" dirty="0"/>
              <a:t> </a:t>
            </a:r>
            <a:r>
              <a:rPr lang="en-US" sz="4200" dirty="0" smtClean="0"/>
              <a:t>5</a:t>
            </a:r>
            <a:endParaRPr sz="4200" dirty="0"/>
          </a:p>
        </p:txBody>
      </p:sp>
      <p:sp>
        <p:nvSpPr>
          <p:cNvPr id="36" name="TextBox 35"/>
          <p:cNvSpPr txBox="1"/>
          <p:nvPr/>
        </p:nvSpPr>
        <p:spPr>
          <a:xfrm>
            <a:off x="1008287" y="1092049"/>
            <a:ext cx="15172551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lang="en-US" sz="3000" dirty="0" err="1" smtClean="0"/>
              <a:t>Pengisian</a:t>
            </a:r>
            <a:r>
              <a:rPr lang="en-US" sz="3000" dirty="0" smtClean="0"/>
              <a:t> </a:t>
            </a:r>
            <a:r>
              <a:rPr lang="en-US" sz="3000" dirty="0" err="1" smtClean="0"/>
              <a:t>kuisioner</a:t>
            </a:r>
            <a:r>
              <a:rPr lang="en-US" sz="3000" dirty="0" smtClean="0"/>
              <a:t> </a:t>
            </a:r>
            <a:r>
              <a:rPr lang="en-US" sz="3000" dirty="0" err="1" smtClean="0"/>
              <a:t>diberkan</a:t>
            </a:r>
            <a:r>
              <a:rPr lang="en-US" sz="3000" dirty="0" smtClean="0"/>
              <a:t> </a:t>
            </a:r>
            <a:r>
              <a:rPr lang="en-US" sz="3000" dirty="0" err="1" smtClean="0"/>
              <a:t>waktu</a:t>
            </a:r>
            <a:r>
              <a:rPr lang="en-US" sz="3000" dirty="0" smtClean="0"/>
              <a:t> 10 </a:t>
            </a:r>
            <a:r>
              <a:rPr lang="en-US" sz="3000" dirty="0" err="1" smtClean="0"/>
              <a:t>menit</a:t>
            </a:r>
            <a:r>
              <a:rPr lang="en-US" sz="3000" dirty="0" smtClean="0"/>
              <a:t> </a:t>
            </a:r>
            <a:r>
              <a:rPr lang="en-US" sz="3000" dirty="0" err="1" smtClean="0"/>
              <a:t>dengan</a:t>
            </a:r>
            <a:r>
              <a:rPr lang="en-US" sz="3000" dirty="0" smtClean="0"/>
              <a:t> </a:t>
            </a:r>
            <a:r>
              <a:rPr lang="en-US" sz="3000" dirty="0" err="1" smtClean="0"/>
              <a:t>butir</a:t>
            </a:r>
            <a:r>
              <a:rPr lang="en-US" sz="3000" dirty="0" smtClean="0"/>
              <a:t> </a:t>
            </a:r>
            <a:r>
              <a:rPr lang="en-US" sz="3000" dirty="0" err="1" smtClean="0"/>
              <a:t>pernyataan</a:t>
            </a:r>
            <a:r>
              <a:rPr lang="en-US" sz="3000" dirty="0" smtClean="0"/>
              <a:t> </a:t>
            </a:r>
            <a:r>
              <a:rPr lang="en-US" sz="3000" dirty="0" err="1" smtClean="0"/>
              <a:t>sebanyak</a:t>
            </a:r>
            <a:r>
              <a:rPr lang="en-US" sz="3000" dirty="0" smtClean="0"/>
              <a:t> 27 </a:t>
            </a:r>
            <a:r>
              <a:rPr lang="en-US" sz="3000" dirty="0" err="1" smtClean="0"/>
              <a:t>butir</a:t>
            </a:r>
            <a:r>
              <a:rPr lang="en-US" sz="3000" dirty="0" smtClean="0"/>
              <a:t>. </a:t>
            </a:r>
          </a:p>
          <a:p>
            <a:pPr>
              <a:defRPr sz="2000"/>
            </a:pPr>
            <a:r>
              <a:rPr lang="en-US" sz="3000" dirty="0" err="1" smtClean="0"/>
              <a:t>Skala</a:t>
            </a:r>
            <a:r>
              <a:rPr lang="en-US" sz="3000" dirty="0" smtClean="0"/>
              <a:t> </a:t>
            </a:r>
            <a:r>
              <a:rPr lang="en-US" sz="3000" dirty="0" err="1" smtClean="0"/>
              <a:t>dari</a:t>
            </a:r>
            <a:r>
              <a:rPr lang="en-US" sz="3000" dirty="0" smtClean="0"/>
              <a:t> 1 (</a:t>
            </a:r>
            <a:r>
              <a:rPr lang="en-US" sz="3000" dirty="0" err="1" smtClean="0"/>
              <a:t>Sangat</a:t>
            </a:r>
            <a:r>
              <a:rPr lang="en-US" sz="3000" dirty="0" smtClean="0"/>
              <a:t> </a:t>
            </a:r>
            <a:r>
              <a:rPr lang="en-US" sz="3000" dirty="0" err="1" smtClean="0"/>
              <a:t>Tidak</a:t>
            </a:r>
            <a:r>
              <a:rPr lang="en-US" sz="3000" dirty="0" smtClean="0"/>
              <a:t> </a:t>
            </a:r>
            <a:r>
              <a:rPr lang="en-US" sz="3000" dirty="0" err="1" smtClean="0"/>
              <a:t>Sesuai</a:t>
            </a:r>
            <a:r>
              <a:rPr lang="en-US" sz="3000" dirty="0" smtClean="0"/>
              <a:t>) </a:t>
            </a:r>
            <a:r>
              <a:rPr lang="en-US" sz="3000" dirty="0" err="1" smtClean="0"/>
              <a:t>hingga</a:t>
            </a:r>
            <a:r>
              <a:rPr lang="en-US" sz="3000" dirty="0" smtClean="0"/>
              <a:t> 7 (</a:t>
            </a:r>
            <a:r>
              <a:rPr lang="en-US" sz="3000" dirty="0" err="1" smtClean="0"/>
              <a:t>Sangat</a:t>
            </a:r>
            <a:r>
              <a:rPr lang="en-US" sz="3000" dirty="0" smtClean="0"/>
              <a:t> </a:t>
            </a:r>
            <a:r>
              <a:rPr lang="en-US" sz="3000" dirty="0" err="1" smtClean="0"/>
              <a:t>Sesuai</a:t>
            </a:r>
            <a:r>
              <a:rPr lang="en-US" sz="3000" dirty="0" smtClean="0"/>
              <a:t> </a:t>
            </a:r>
            <a:r>
              <a:rPr lang="en-US" sz="3000" dirty="0" err="1" smtClean="0"/>
              <a:t>Sekali</a:t>
            </a:r>
            <a:r>
              <a:rPr lang="en-US" sz="3000" dirty="0" smtClean="0"/>
              <a:t>). </a:t>
            </a:r>
            <a:r>
              <a:rPr lang="en-US" sz="3000" dirty="0" err="1" smtClean="0"/>
              <a:t>Jika</a:t>
            </a:r>
            <a:r>
              <a:rPr lang="en-US" sz="3000" dirty="0" smtClean="0"/>
              <a:t> </a:t>
            </a:r>
            <a:r>
              <a:rPr lang="en-US" sz="3000" dirty="0" err="1" smtClean="0"/>
              <a:t>sudah</a:t>
            </a:r>
            <a:r>
              <a:rPr lang="en-US" sz="3000" dirty="0" smtClean="0"/>
              <a:t> </a:t>
            </a:r>
            <a:r>
              <a:rPr lang="en-US" sz="3000" dirty="0" err="1" smtClean="0"/>
              <a:t>selesai</a:t>
            </a:r>
            <a:r>
              <a:rPr lang="en-US" sz="3000" dirty="0" smtClean="0"/>
              <a:t> </a:t>
            </a:r>
            <a:r>
              <a:rPr lang="en-US" sz="3000" dirty="0" err="1" smtClean="0"/>
              <a:t>klik</a:t>
            </a:r>
            <a:r>
              <a:rPr lang="en-US" sz="3000" dirty="0" smtClean="0"/>
              <a:t> “submit”</a:t>
            </a:r>
            <a:endParaRPr sz="3000" dirty="0"/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9600" y="410773"/>
            <a:ext cx="1317062" cy="134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913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948959" y="2372735"/>
            <a:ext cx="7640854" cy="764085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7A3FE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flipH="1">
            <a:off x="16907631" y="9403098"/>
            <a:ext cx="157157" cy="256583"/>
          </a:xfrm>
          <a:custGeom>
            <a:avLst/>
            <a:gdLst/>
            <a:ahLst/>
            <a:cxnLst/>
            <a:rect l="l" t="t" r="r" b="b"/>
            <a:pathLst>
              <a:path w="157157" h="256583">
                <a:moveTo>
                  <a:pt x="157158" y="0"/>
                </a:moveTo>
                <a:lnTo>
                  <a:pt x="0" y="0"/>
                </a:lnTo>
                <a:lnTo>
                  <a:pt x="0" y="256584"/>
                </a:lnTo>
                <a:lnTo>
                  <a:pt x="157158" y="256584"/>
                </a:lnTo>
                <a:lnTo>
                  <a:pt x="15715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6" name="Group 6"/>
          <p:cNvGrpSpPr/>
          <p:nvPr/>
        </p:nvGrpSpPr>
        <p:grpSpPr>
          <a:xfrm>
            <a:off x="9292276" y="6193162"/>
            <a:ext cx="8187676" cy="8187676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7A3FE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14171" y="3242625"/>
            <a:ext cx="829058" cy="82905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7DCE4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098399" y="8830624"/>
            <a:ext cx="829058" cy="829058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552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508129" y="1035484"/>
            <a:ext cx="5755971" cy="8222816"/>
            <a:chOff x="0" y="0"/>
            <a:chExt cx="4445000" cy="6350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t="-2532" b="-2532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18" name="Freeform 18"/>
          <p:cNvSpPr/>
          <p:nvPr/>
        </p:nvSpPr>
        <p:spPr>
          <a:xfrm rot="-5400000">
            <a:off x="3218362" y="7702540"/>
            <a:ext cx="240826" cy="963304"/>
          </a:xfrm>
          <a:custGeom>
            <a:avLst/>
            <a:gdLst/>
            <a:ahLst/>
            <a:cxnLst/>
            <a:rect l="l" t="t" r="r" b="b"/>
            <a:pathLst>
              <a:path w="240826" h="963304">
                <a:moveTo>
                  <a:pt x="0" y="0"/>
                </a:moveTo>
                <a:lnTo>
                  <a:pt x="240826" y="0"/>
                </a:lnTo>
                <a:lnTo>
                  <a:pt x="240826" y="963303"/>
                </a:lnTo>
                <a:lnTo>
                  <a:pt x="0" y="9633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9" name="Freeform 19"/>
          <p:cNvSpPr/>
          <p:nvPr/>
        </p:nvSpPr>
        <p:spPr>
          <a:xfrm rot="-5400000">
            <a:off x="10036294" y="995446"/>
            <a:ext cx="1323383" cy="1541057"/>
          </a:xfrm>
          <a:custGeom>
            <a:avLst/>
            <a:gdLst/>
            <a:ahLst/>
            <a:cxnLst/>
            <a:rect l="l" t="t" r="r" b="b"/>
            <a:pathLst>
              <a:path w="1323383" h="1541057">
                <a:moveTo>
                  <a:pt x="0" y="0"/>
                </a:moveTo>
                <a:lnTo>
                  <a:pt x="1323383" y="0"/>
                </a:lnTo>
                <a:lnTo>
                  <a:pt x="1323383" y="1541057"/>
                </a:lnTo>
                <a:lnTo>
                  <a:pt x="0" y="154105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20" name="Freeform 20"/>
          <p:cNvSpPr/>
          <p:nvPr/>
        </p:nvSpPr>
        <p:spPr>
          <a:xfrm>
            <a:off x="15187735" y="4970541"/>
            <a:ext cx="2071565" cy="1039976"/>
          </a:xfrm>
          <a:custGeom>
            <a:avLst/>
            <a:gdLst/>
            <a:ahLst/>
            <a:cxnLst/>
            <a:rect l="l" t="t" r="r" b="b"/>
            <a:pathLst>
              <a:path w="2071565" h="1039976">
                <a:moveTo>
                  <a:pt x="0" y="0"/>
                </a:moveTo>
                <a:lnTo>
                  <a:pt x="2071565" y="0"/>
                </a:lnTo>
                <a:lnTo>
                  <a:pt x="2071565" y="1039976"/>
                </a:lnTo>
                <a:lnTo>
                  <a:pt x="0" y="103997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21" name="TextBox 21"/>
          <p:cNvSpPr txBox="1"/>
          <p:nvPr/>
        </p:nvSpPr>
        <p:spPr>
          <a:xfrm>
            <a:off x="2864971" y="4218065"/>
            <a:ext cx="7097961" cy="3046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66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SELAMAT </a:t>
            </a:r>
            <a:r>
              <a:rPr lang="en-US" sz="6600" b="1" dirty="0" smtClean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MENGISI KUISIONER</a:t>
            </a:r>
            <a:endParaRPr lang="en-US" sz="6600" b="1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9600" y="410773"/>
            <a:ext cx="1317062" cy="13415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152</Words>
  <Application>Microsoft Office PowerPoint</Application>
  <PresentationFormat>Custom</PresentationFormat>
  <Paragraphs>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Poppins Semi-Bold</vt:lpstr>
      <vt:lpstr>Calibri</vt:lpstr>
      <vt:lpstr>Times New Roman</vt:lpstr>
      <vt:lpstr>Poppins Ultra-Bold</vt:lpstr>
      <vt:lpstr>Arial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21</cp:revision>
  <dcterms:created xsi:type="dcterms:W3CDTF">2006-08-16T00:00:00Z</dcterms:created>
  <dcterms:modified xsi:type="dcterms:W3CDTF">2026-08-07T07:17:03Z</dcterms:modified>
  <dc:identifier>DAGpKeBjEs0</dc:identifier>
</cp:coreProperties>
</file>